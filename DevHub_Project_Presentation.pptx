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raLz5yBVPekcup+sYsLLqwQol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1242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16335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1003300" y="695325"/>
            <a:ext cx="48483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qqqq</a:t>
            </a: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627c4e8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f6627c4e8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27c4e87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f6627c4e8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627c4e8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f6627c4e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627c4e87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f6627c4e8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627c4e87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f6627c4e8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627c4e87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f6627c4e8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627c4e87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f6627c4e8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989f12239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f989f1223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989f12239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f989f122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89f1223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f989f1223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89f12239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3f989f1223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796247" y="4595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480402" y="166104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6" name="Picture 2" descr="C:\Users\CSE Section C\Downloads\1786091421996 (1)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239" y="1888839"/>
            <a:ext cx="3325189" cy="353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title"/>
          </p:nvPr>
        </p:nvSpPr>
        <p:spPr>
          <a:xfrm>
            <a:off x="155575" y="160338"/>
            <a:ext cx="8835900" cy="11880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4F612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6420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P. R. Pote Patil College of Engineering &amp; Management, Amravati</a:t>
            </a:r>
            <a:b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An Autonomous Institute</a:t>
            </a:r>
            <a: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1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55575" y="1405291"/>
            <a:ext cx="8835900" cy="5368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l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3600" b="1" i="0" u="none" strike="noStrike" cap="none" dirty="0" smtClean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sz="36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36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Members:                                         </a:t>
            </a:r>
            <a:endParaRPr sz="1400" b="0" i="0" u="none" strike="noStrike" cap="none" dirty="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Minakshi Bobade (Leader)     Sakshi Rathod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Gayatri Kanake     Rashmi kaware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Shrawani Bire     Divyani Yerme</a:t>
            </a:r>
            <a:endParaRPr sz="2400" b="0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Aditya Mehta  A471</a:t>
            </a:r>
            <a:endParaRPr sz="24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400" b="0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A. D. Chokhat</a:t>
            </a:r>
            <a:endParaRPr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 descr="Baselius College |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6627" y="2213113"/>
            <a:ext cx="1361306" cy="139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descr="C:\Users\Win10\Downloads\ChatGPT Image Feb 6, 2026, 01_52_07 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363" y="304800"/>
            <a:ext cx="846137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2843" y="304800"/>
            <a:ext cx="910652" cy="9106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155575" y="6400800"/>
            <a:ext cx="8835900" cy="3726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                                   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81000" y="38568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Contents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229600" cy="4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Progress Summary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Challenges / Limitations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Copyrights / Publications / Patents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3420" y="466162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381000" y="8024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627c4e87_0_1"/>
          <p:cNvSpPr txBox="1">
            <a:spLocks noGrp="1"/>
          </p:cNvSpPr>
          <p:nvPr>
            <p:ph type="title"/>
          </p:nvPr>
        </p:nvSpPr>
        <p:spPr>
          <a:xfrm>
            <a:off x="381000" y="37069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</a:t>
            </a:r>
            <a:endParaRPr/>
          </a:p>
        </p:txBody>
      </p:sp>
      <p:sp>
        <p:nvSpPr>
          <p:cNvPr id="128" name="Google Shape;128;g3f6627c4e87_0_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DevHub is a comprehensive DevOps Management Platform.
• Built as a full-stack web application (TypeScript, React, Node.js).
• Provides identity &amp; access management with Role-Based Access Control.
• Features CI/CD pipeline tracking and system monitoring.
• Includes real-time analytics and activity dashboards.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f6627c4e87_0_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8430" y="4052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6627c4e87_0_1"/>
          <p:cNvSpPr txBox="1"/>
          <p:nvPr/>
        </p:nvSpPr>
        <p:spPr>
          <a:xfrm>
            <a:off x="381000" y="65257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6627c4e87_0_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627c4e87_0_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Motivation</a:t>
            </a:r>
            <a:endParaRPr/>
          </a:p>
        </p:txBody>
      </p:sp>
      <p:sp>
        <p:nvSpPr>
          <p:cNvPr id="137" name="Google Shape;137;g3f6627c4e87_0_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Need for a centralized platform to manage DevOps workflows securely.
• Streamlining team collaboration and project tracking.
• Enhancing visibility into CI/CD deployments and system health.
• Reducing operational overhead by integrating multiple DevOps tools.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g3f6627c4e87_0_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6050" y="45868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6627c4e87_0_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6627c4e87_0_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627c4e87_0_1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sz="3200"/>
          </a:p>
        </p:txBody>
      </p:sp>
      <p:sp>
        <p:nvSpPr>
          <p:cNvPr id="146" name="Google Shape;146;g3f6627c4e87_0_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Fragmented DevOps tools lead to inefficiencies and lack of unified visibility.
• Managing user access and team roles across different platforms is complex and error-prone.
• Tracking deployment status and system uptime manually is time-consuming.
• Lack of integrated analytics makes it difficult to measure project progress and success.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g3f6627c4e87_0_1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1060" y="44369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6627c4e87_0_1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6627c4e87_0_1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627c4e87_0_33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 sz="3200"/>
          </a:p>
        </p:txBody>
      </p:sp>
      <p:sp>
        <p:nvSpPr>
          <p:cNvPr id="155" name="Google Shape;155;g3f6627c4e87_0_3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To develop a secure, JWT-based authentication system with RBAC.
• To build a team and project management module with full CRUD capabilities.
• To implement a robust CI/CD deployment tracking system.
• To create a system monitoring module with URL health checks and uptime tracking.
• To provide a real-time statistics dashboard for metrics and analytics.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g3f6627c4e87_0_33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6627c4e87_0_33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6627c4e87_0_33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627c4e87_0_2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sz="3200"/>
          </a:p>
        </p:txBody>
      </p:sp>
      <p:sp>
        <p:nvSpPr>
          <p:cNvPr id="164" name="Google Shape;164;g3f6627c4e87_0_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Literature Review Summary:
1. 'DevOps Practices in Software Engineering': Highlighted need for integrated CI/CD.
2. 'Role-Based Access Control in Cloud Systems': Emphasized secure multi-tenant access.
3. 'Real-time System Monitoring Techniques': Showcased benefits of automated health checks.
4. 'Monorepo vs Polyrepo Architecture': Supported our decision for a monorepo structure.
5. 'Modern Web Application Frameworks': Validated the use of React and Node.js for scalability.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g3f6627c4e87_0_2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6627c4e87_0_2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627c4e87_0_2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627c4e87_0_41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Methodology</a:t>
            </a:r>
            <a:endParaRPr sz="3200"/>
          </a:p>
        </p:txBody>
      </p:sp>
      <p:sp>
        <p:nvSpPr>
          <p:cNvPr id="173" name="Google Shape;173;g3f6627c4e87_0_4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Requirement Analysis: Identified key DevOps management features.
• Architecture Design: Adopted a monorepo structure with separated API and Web packages.
• Database Modeling: Designed 18 Prisma models with PostgreSQL readiness.
• Backend Development: Built RESTful API with Express.js, implementing JWT auth.
• Frontend Development: Developed responsive UI using React, Tailwind CSS.
• CI/CD Simulation: Implemented background workers for deployment lifecycles.
• System Monitoring: Built URL pinging service with 24-hour failure tracking.
• Security Hardening: Integrated Helmet.js, rate limiting, and CORS.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&lt;Give the Data Flow Diagram / ER Diagram / Architecture of Project&gt;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g3f6627c4e87_0_41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6627c4e87_0_41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6627c4e87_0_41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627c4e87_0_49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Progress Summary</a:t>
            </a:r>
            <a:endParaRPr sz="3200"/>
          </a:p>
        </p:txBody>
      </p:sp>
      <p:sp>
        <p:nvSpPr>
          <p:cNvPr id="182" name="Google Shape;182;g3f6627c4e87_0_4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6 Modules:
1. Auth &amp; Authorization (Completed)
2. Team &amp; Project Management (Completed)
3. CI/CD Deployment Tracking (Completed)
4. System Monitoring (Completed)
5. Dashboard &amp; Analytics (In Progress)
6. Security &amp; Deployment (Pending)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Overall Progress: 65% Complete. 4 out of 6 modules are fully functional.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Remaining Work:
- Dashboard &amp; Analytics: To be completed by early September.
- Security Hardening: Mid-September.
- Final Testing &amp; Deployment: Late September.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(Gantt chart generation pending - please insert visual chart here)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g3f6627c4e87_0_49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6627c4e87_0_49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6627c4e87_0_49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989f12239_0_7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Challenges/Limitations</a:t>
            </a:r>
            <a:endParaRPr sz="3200"/>
          </a:p>
        </p:txBody>
      </p:sp>
      <p:sp>
        <p:nvSpPr>
          <p:cNvPr id="191" name="Google Shape;191;g3f989f12239_0_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Ensuring secure and seamless refresh-token rotation on the frontend.
• Accurately simulating a CI/CD pipeline environment with background workers.
• Handling real-time monitoring and efficiently storing ping history.
• Transitioning smoothly from a development SQLite database to a production PostgreSQL setup.</a:t>
            </a:r>
            <a:r>
              <a:rPr lang="en-US" sz="25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g3f989f12239_0_7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f989f12239_0_7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989f12239_0_7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89f12239_0_15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Expected Outcomes</a:t>
            </a:r>
            <a:endParaRPr sz="3200"/>
          </a:p>
        </p:txBody>
      </p:sp>
      <p:sp>
        <p:nvSpPr>
          <p:cNvPr id="200" name="Google Shape;200;g3f989f12239_0_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Successfully implemented secure authentication and team management.
• Achieved reliable deployment tracking with multi-stage status simulation.
• Delivered a functional system monitoring tool with active health checks.
• Established a scalable foundation ready for production deployment.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3f989f12239_0_15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989f12239_0_15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989f12239_0_15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89f12239_0_24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sz="3200"/>
          </a:p>
        </p:txBody>
      </p:sp>
      <p:sp>
        <p:nvSpPr>
          <p:cNvPr id="209" name="Google Shape;209;g3f989f12239_0_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• Prisma ORM Documentation (https://www.prisma.io/docs)
• Express.js Documentation (https://expressjs.com/)
• React Documentation (https://react.dev/)
• Node.js Best Practices (github.com/goldbergyoni/nodebestpractices)
• JWT Authentication Guidelines (https://jwt.io/)
• Tailwind CSS Documentation (https://tailwindcss.com/docs)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g3f989f12239_0_24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989f12239_0_24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989f12239_0_24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89f12239_0_32"/>
          <p:cNvSpPr txBox="1">
            <a:spLocks noGrp="1"/>
          </p:cNvSpPr>
          <p:nvPr>
            <p:ph type="title"/>
          </p:nvPr>
        </p:nvSpPr>
        <p:spPr>
          <a:xfrm>
            <a:off x="381000" y="415660"/>
            <a:ext cx="8229600" cy="5637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Copyrights / Publications / Patents</a:t>
            </a:r>
            <a:endParaRPr sz="3200"/>
          </a:p>
        </p:txBody>
      </p:sp>
      <p:sp>
        <p:nvSpPr>
          <p:cNvPr id="218" name="Google Shape;218;g3f989f12239_0_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Status: Under development for B.Tech CSE Major Project.
No copyrights or patents applied for at this stage.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g3f989f12239_0_32" descr="C:\Users\Win10\Downloads\ChatGPT Image Feb 6, 2026, 01_52_07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1100" y="473673"/>
            <a:ext cx="4572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989f12239_0_32"/>
          <p:cNvSpPr txBox="1"/>
          <p:nvPr/>
        </p:nvSpPr>
        <p:spPr>
          <a:xfrm>
            <a:off x="381000" y="1221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DevHub - Complete DevOps Management Platform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sz="1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989f12239_0_32"/>
          <p:cNvSpPr txBox="1"/>
          <p:nvPr/>
        </p:nvSpPr>
        <p:spPr>
          <a:xfrm>
            <a:off x="457200" y="6514700"/>
            <a:ext cx="8229600" cy="258900"/>
          </a:xfrm>
          <a:prstGeom prst="rect">
            <a:avLst/>
          </a:prstGeom>
          <a:solidFill>
            <a:srgbClr val="FABF8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PRPCEM, CSE Department  </a:t>
            </a: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On-screen Show (4:3)</PresentationFormat>
  <Paragraphs>162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P. R. Pote Patil College of Engineering &amp; Management, Amravati An Autonomous Institute Department of Computer Science &amp; Engineering</vt:lpstr>
      <vt:lpstr> Contents</vt:lpstr>
      <vt:lpstr> Introduction</vt:lpstr>
      <vt:lpstr> Motivation</vt:lpstr>
      <vt:lpstr> Problem Statement</vt:lpstr>
      <vt:lpstr> Objectives</vt:lpstr>
      <vt:lpstr> Literature Survey</vt:lpstr>
      <vt:lpstr> Proposed Methodology</vt:lpstr>
      <vt:lpstr> Progress Summary</vt:lpstr>
      <vt:lpstr> Challenges/Limitations</vt:lpstr>
      <vt:lpstr> Expected Outcomes</vt:lpstr>
      <vt:lpstr> References</vt:lpstr>
      <vt:lpstr> Copyrights / Publications / Patents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 R. Pote Patil College of Engineering &amp; Management, Amravati An Autonomous Institute Department of Computer Science &amp; Engineering</dc:title>
  <dc:creator>sanjay</dc:creator>
  <cp:lastModifiedBy>Win10</cp:lastModifiedBy>
  <cp:revision>2</cp:revision>
  <dcterms:created xsi:type="dcterms:W3CDTF">2017-08-21T04:34:30Z</dcterms:created>
  <dcterms:modified xsi:type="dcterms:W3CDTF">2026-08-07T08:41:32Z</dcterms:modified>
</cp:coreProperties>
</file>